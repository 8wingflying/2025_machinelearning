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7" r:id="rId5"/>
    <p:sldId id="258" r:id="rId6"/>
    <p:sldId id="261" r:id="rId7"/>
    <p:sldId id="263" r:id="rId8"/>
    <p:sldId id="262" r:id="rId9"/>
    <p:sldId id="264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5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97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85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97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92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23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80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59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33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35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8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8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48AB9-04B1-4189-8AE2-DB5B45F71DEB}" type="datetimeFigureOut">
              <a:rPr lang="zh-TW" altLang="en-US" smtClean="0"/>
              <a:t>2025/11/29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3EAD0-2636-404D-963A-B28702B1C4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93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股票分析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29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109" y="1851014"/>
            <a:ext cx="7995120" cy="437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RSI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70" y="1791780"/>
            <a:ext cx="8313460" cy="30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7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949" y="271145"/>
            <a:ext cx="7378434" cy="61788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16854" y="2207680"/>
            <a:ext cx="6316394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TW" altLang="en-US" sz="1600" dirty="0" smtClean="0"/>
              <a:t>觀察紫色線是否在 </a:t>
            </a:r>
            <a:r>
              <a:rPr lang="en-US" altLang="zh-TW" sz="1600" dirty="0" smtClean="0"/>
              <a:t>30 </a:t>
            </a:r>
            <a:r>
              <a:rPr lang="zh-TW" altLang="en-US" sz="1600" dirty="0" smtClean="0"/>
              <a:t>以下反彈？如果是，那就是策略的買點。觀察是否觸及 </a:t>
            </a:r>
            <a:r>
              <a:rPr lang="en-US" altLang="zh-TW" sz="1600" dirty="0" smtClean="0"/>
              <a:t>70 </a:t>
            </a:r>
            <a:r>
              <a:rPr lang="zh-TW" altLang="en-US" sz="1600" dirty="0" smtClean="0"/>
              <a:t>以上？那是策略的賣點。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2830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8128" y="2511813"/>
            <a:ext cx="70901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藍線 </a:t>
            </a:r>
            <a:r>
              <a:rPr lang="en-US" altLang="zh-TW" dirty="0" smtClean="0"/>
              <a:t>(RSI Strategy)</a:t>
            </a:r>
            <a:r>
              <a:rPr lang="zh-TW" altLang="en-US" dirty="0" smtClean="0"/>
              <a:t>：代表你的策略績效。</a:t>
            </a:r>
            <a:endParaRPr lang="en-US" altLang="zh-TW" dirty="0" smtClean="0"/>
          </a:p>
          <a:p>
            <a:r>
              <a:rPr lang="zh-TW" altLang="en-US" dirty="0" smtClean="0"/>
              <a:t>灰虛線 </a:t>
            </a:r>
            <a:r>
              <a:rPr lang="en-US" altLang="zh-TW" dirty="0" smtClean="0"/>
              <a:t>(Buy &amp; Hold)</a:t>
            </a:r>
            <a:r>
              <a:rPr lang="zh-TW" altLang="en-US" dirty="0" smtClean="0"/>
              <a:t>：代表如果你第一天買入後就去睡覺，兩年後醒來的績效。</a:t>
            </a:r>
            <a:endParaRPr lang="en-US" altLang="zh-TW" dirty="0" smtClean="0"/>
          </a:p>
          <a:p>
            <a:r>
              <a:rPr lang="zh-TW" altLang="en-US" dirty="0" smtClean="0"/>
              <a:t>比較：如果在空頭市場（如 </a:t>
            </a:r>
            <a:r>
              <a:rPr lang="en-US" altLang="zh-TW" dirty="0" smtClean="0"/>
              <a:t>2022 </a:t>
            </a:r>
            <a:r>
              <a:rPr lang="zh-TW" altLang="en-US" dirty="0" smtClean="0"/>
              <a:t>年），</a:t>
            </a:r>
            <a:r>
              <a:rPr lang="en-US" altLang="zh-TW" dirty="0" smtClean="0"/>
              <a:t>RSI </a:t>
            </a:r>
            <a:r>
              <a:rPr lang="zh-TW" altLang="en-US" dirty="0" smtClean="0"/>
              <a:t>策略通常會比 </a:t>
            </a:r>
            <a:r>
              <a:rPr lang="en-US" altLang="zh-TW" dirty="0" smtClean="0"/>
              <a:t>Buy &amp; Hold </a:t>
            </a:r>
            <a:r>
              <a:rPr lang="zh-TW" altLang="en-US" dirty="0" smtClean="0"/>
              <a:t>好，因為它會幫你躲過大跌（空手）；但在大牛市，頻繁進出可能會導致績效輸給單純持有。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3534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635" y="323558"/>
            <a:ext cx="7886700" cy="663747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網格搜索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(Grid Search)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780" y="2134682"/>
            <a:ext cx="7709964" cy="192384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7780" y="1281390"/>
            <a:ext cx="7587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讓電腦自動去試：「如果 </a:t>
            </a:r>
            <a:r>
              <a:rPr lang="en-US" altLang="zh-TW" dirty="0" smtClean="0"/>
              <a:t>RSI </a:t>
            </a:r>
            <a:r>
              <a:rPr lang="zh-TW" altLang="en-US" dirty="0" smtClean="0"/>
              <a:t>用 </a:t>
            </a:r>
            <a:r>
              <a:rPr lang="en-US" altLang="zh-TW" dirty="0" smtClean="0"/>
              <a:t>6 </a:t>
            </a:r>
            <a:r>
              <a:rPr lang="zh-TW" altLang="en-US" dirty="0" smtClean="0"/>
              <a:t>天？用 </a:t>
            </a:r>
            <a:r>
              <a:rPr lang="en-US" altLang="zh-TW" dirty="0" smtClean="0"/>
              <a:t>12 </a:t>
            </a:r>
            <a:r>
              <a:rPr lang="zh-TW" altLang="en-US" dirty="0" smtClean="0"/>
              <a:t>天？買點設在 </a:t>
            </a:r>
            <a:r>
              <a:rPr lang="en-US" altLang="zh-TW" dirty="0" smtClean="0"/>
              <a:t>25</a:t>
            </a:r>
            <a:r>
              <a:rPr lang="zh-TW" altLang="en-US" dirty="0" smtClean="0"/>
              <a:t>？還是 </a:t>
            </a:r>
            <a:r>
              <a:rPr lang="en-US" altLang="zh-TW" dirty="0" smtClean="0"/>
              <a:t>35</a:t>
            </a:r>
            <a:r>
              <a:rPr lang="zh-TW" altLang="en-US" dirty="0" smtClean="0"/>
              <a:t>？」電腦會跑完所有組合，並告訴我們哪一組參數在過去賺最多錢。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0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969" y="641963"/>
            <a:ext cx="5272723" cy="54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9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142" y="1879509"/>
            <a:ext cx="7886700" cy="42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5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765711" y="2085716"/>
            <a:ext cx="77496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使用統計分析模型分析數據的計劃。這個計劃將包括數據統計、相關性分析以及視覺化分佈。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探索數據統計</a:t>
            </a:r>
            <a:r>
              <a:rPr lang="en-US" altLang="zh-TW" dirty="0" smtClean="0"/>
              <a:t>: </a:t>
            </a:r>
            <a:r>
              <a:rPr lang="zh-TW" altLang="en-US" dirty="0" smtClean="0"/>
              <a:t>計算收盤價 </a:t>
            </a:r>
            <a:r>
              <a:rPr lang="en-US" altLang="zh-TW" dirty="0" smtClean="0"/>
              <a:t>('Close')</a:t>
            </a:r>
            <a:r>
              <a:rPr lang="zh-TW" altLang="en-US" dirty="0" smtClean="0"/>
              <a:t>、</a:t>
            </a:r>
            <a:r>
              <a:rPr lang="en-US" altLang="zh-TW" dirty="0" smtClean="0"/>
              <a:t>20 </a:t>
            </a:r>
            <a:r>
              <a:rPr lang="zh-TW" altLang="en-US" dirty="0" smtClean="0"/>
              <a:t>日移動平均線 </a:t>
            </a:r>
            <a:r>
              <a:rPr lang="en-US" altLang="zh-TW" dirty="0" smtClean="0"/>
              <a:t>('SMA_20')</a:t>
            </a:r>
            <a:r>
              <a:rPr lang="zh-TW" altLang="en-US" dirty="0" smtClean="0"/>
              <a:t>、</a:t>
            </a:r>
            <a:r>
              <a:rPr lang="en-US" altLang="zh-TW" dirty="0" smtClean="0"/>
              <a:t>60 </a:t>
            </a:r>
            <a:r>
              <a:rPr lang="zh-TW" altLang="en-US" dirty="0" smtClean="0"/>
              <a:t>日移動平均線 </a:t>
            </a:r>
            <a:r>
              <a:rPr lang="en-US" altLang="zh-TW" dirty="0" smtClean="0"/>
              <a:t>('SMA_60') </a:t>
            </a:r>
            <a:r>
              <a:rPr lang="zh-TW" altLang="en-US" dirty="0" smtClean="0"/>
              <a:t>和相對強弱指數 </a:t>
            </a:r>
            <a:r>
              <a:rPr lang="en-US" altLang="zh-TW" dirty="0" smtClean="0"/>
              <a:t>('RSI') </a:t>
            </a:r>
            <a:r>
              <a:rPr lang="zh-TW" altLang="en-US" dirty="0" smtClean="0"/>
              <a:t>的基本描述性統計，例如平均值、中位數、標準差等，以了解數據的基本特徵。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相關性分析</a:t>
            </a:r>
            <a:r>
              <a:rPr lang="en-US" altLang="zh-TW" dirty="0" smtClean="0"/>
              <a:t>: </a:t>
            </a:r>
            <a:r>
              <a:rPr lang="zh-TW" altLang="en-US" dirty="0" smtClean="0"/>
              <a:t>計算收盤價 </a:t>
            </a:r>
            <a:r>
              <a:rPr lang="en-US" altLang="zh-TW" dirty="0" smtClean="0"/>
              <a:t>('Close') </a:t>
            </a:r>
            <a:r>
              <a:rPr lang="zh-TW" altLang="en-US" dirty="0" smtClean="0"/>
              <a:t>與技術指標（</a:t>
            </a:r>
            <a:r>
              <a:rPr lang="en-US" altLang="zh-TW" dirty="0" smtClean="0"/>
              <a:t>'SMA_20'</a:t>
            </a:r>
            <a:r>
              <a:rPr lang="zh-TW" altLang="en-US" dirty="0" smtClean="0"/>
              <a:t>、</a:t>
            </a:r>
            <a:r>
              <a:rPr lang="en-US" altLang="zh-TW" dirty="0" smtClean="0"/>
              <a:t>'SMA_60'</a:t>
            </a:r>
            <a:r>
              <a:rPr lang="zh-TW" altLang="en-US" dirty="0" smtClean="0"/>
              <a:t>、</a:t>
            </a:r>
            <a:r>
              <a:rPr lang="en-US" altLang="zh-TW" dirty="0" smtClean="0"/>
              <a:t>'RSI'</a:t>
            </a:r>
            <a:r>
              <a:rPr lang="zh-TW" altLang="en-US" dirty="0" smtClean="0"/>
              <a:t>）之間的相關性矩陣，以探討這些變數之間的線性關係。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視覺化分佈</a:t>
            </a:r>
            <a:r>
              <a:rPr lang="en-US" altLang="zh-TW" dirty="0" smtClean="0"/>
              <a:t>: </a:t>
            </a:r>
            <a:r>
              <a:rPr lang="zh-TW" altLang="en-US" dirty="0" smtClean="0"/>
              <a:t>繪製收盤價 </a:t>
            </a:r>
            <a:r>
              <a:rPr lang="en-US" altLang="zh-TW" dirty="0" smtClean="0"/>
              <a:t>('Close') </a:t>
            </a:r>
            <a:r>
              <a:rPr lang="zh-TW" altLang="en-US" dirty="0" smtClean="0"/>
              <a:t>和 </a:t>
            </a:r>
            <a:r>
              <a:rPr lang="en-US" altLang="zh-TW" dirty="0" smtClean="0"/>
              <a:t>RSI </a:t>
            </a:r>
            <a:r>
              <a:rPr lang="zh-TW" altLang="en-US" dirty="0" smtClean="0"/>
              <a:t>的直方圖或箱形圖，以視覺化其數據分佈情況，並在圖表中包含適當的標題和圖例。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Final Task: </a:t>
            </a:r>
            <a:r>
              <a:rPr lang="zh-TW" altLang="en-US" dirty="0" smtClean="0"/>
              <a:t>總結統計分析的結果，包括任何觀察到的顯著模式或關係。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153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3412</TotalTime>
  <Words>347</Words>
  <Application>Microsoft Office PowerPoint</Application>
  <PresentationFormat>如螢幕大小 (4:3)</PresentationFormat>
  <Paragraphs>17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新細明體</vt:lpstr>
      <vt:lpstr>Arial</vt:lpstr>
      <vt:lpstr>Calibri</vt:lpstr>
      <vt:lpstr>Calibri Light</vt:lpstr>
      <vt:lpstr>Office 佈景主題</vt:lpstr>
      <vt:lpstr>股票分析</vt:lpstr>
      <vt:lpstr>PowerPoint 簡報</vt:lpstr>
      <vt:lpstr>RSI</vt:lpstr>
      <vt:lpstr>PowerPoint 簡報</vt:lpstr>
      <vt:lpstr>PowerPoint 簡報</vt:lpstr>
      <vt:lpstr>網格搜索 (Grid Search)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股票分析</dc:title>
  <dc:creator>user</dc:creator>
  <cp:lastModifiedBy>user</cp:lastModifiedBy>
  <cp:revision>4</cp:revision>
  <dcterms:created xsi:type="dcterms:W3CDTF">2025-11-28T23:30:53Z</dcterms:created>
  <dcterms:modified xsi:type="dcterms:W3CDTF">2025-12-01T08:23:40Z</dcterms:modified>
</cp:coreProperties>
</file>